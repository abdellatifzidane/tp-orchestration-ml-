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2496ED"/>
                </a:solidFill>
                <a:latin typeface="Calibri"/>
              </a:rPr>
              <a:t>SÉANCE 14 · 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Orchestrer avec docker-compose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Lancer toute la stack en une commande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249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4 · Deploiement API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2496ED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14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Plusieurs services a orchestrer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L'API a besoin de MLflow pour le modele.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chaque conteneur a la main est penible.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services doivent se parler en reseau.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Il faut un demarrage reproductible.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compose = un fichier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Decrire toute la stack en YAML et la lancer d'une commande.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14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cycle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Decrire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services dans le 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construire et demarrer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tout arreter proprement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14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docker-compose.yml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docker-compose.yml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services: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mlflow: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image: ghcr.io/mlflow/mlflow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ports: ["5000:5000"]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api: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build: 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environment: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MLFLOW_TRACKING_URI: http://mlflow:5000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ports: ["8000:8000"]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depends_on: [mlflow]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Les services se joignent par leur nom de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14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Reseau et dependances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Reseau prive automatique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Joindre par nom de service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http://mlflow:5000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Ordre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depends_on sequence le demarrage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API attend MLflow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Demarrage coherent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14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Persistance et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volumes gardent les donnees entre runs.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variables d'env configurent les services.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ports exposent vers l'hote.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.env centralise les reglages.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Volumes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Sans volume, les donnees du conteneur disparaissent au 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14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Lancer la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docker compose up -d --build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docker compose ps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docker compose logs -f api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docker compose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-d detache, --build reconstruit les images modifiees.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orchestrer la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Completer le service api dans le compose.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Brancher l'API sur le service mlflow.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Ajouter un volume pour les artefacts.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docker compose up et tester /predict.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docker-compose.yml - suivez les marqueurs TODO (S14-n).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2496ED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Orchestrer avec docker-compose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compose decrit toute la stack en un fichier.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Les services se joignent par leur nom.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depends_on ordonne le demarrage.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Les volumes assurent la persistance.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