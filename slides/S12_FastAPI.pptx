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Exposer un modèle ML sous forme d'API d'inférence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1F3B6E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Déploiement · 1 h 30</a:t>
            </a:r>
            <a:endParaRPr lang="en-US" sz="1250" dirty="0"/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/>
            <a:r>
              <a:rPr sz="1300" b="1">
                <a:solidFill>
                  <a:srgbClr val="059669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fichier .joblib au service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dans un fichier n'est utilisable par personne.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appli web a besoin d'un point d'accès HTTP.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valider les entrées et formater les sorties.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découple le modèle de ses consommateurs.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L'API, contrat du modèle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expose une interface stable : on peut changer le modèle derrière sans casser les clients.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en une slide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Élément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Verbe 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Lire - /health, /model-info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Verbe 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Envoyer des données - /predict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Requête réussie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Entrée invalide (validation)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indisponible (modèle non chargé)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FastAPI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&amp; rapide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Hautes performances (ASGI)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automatique des types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auto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/docs généré tout seul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Python natives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route minimale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88036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src/churn/api.py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FastAPI(title="Churn API")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@app.get("/health")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health() -&gt; dict: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{"status": "ok"}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uvicorn churn.api:app --reload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http://127.0.0.1:8000/docs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 les entrées avec pydantic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src/churn/api.py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CustomerFeatures(BaseModel):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tenure: int = Field(..., ge=0, le=120)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monthly_charges: float = Field(..., ge=0)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contract: str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payment_method: str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PredictionOut(BaseModel):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churn: int</a:t>
            </a:r>
            <a:endParaRPr lang="en-US" sz="1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probability: float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entrée hors bornes -&gt; rejetée en 422, sans code de votre part.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12 · MODULE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Charger le modèle &amp; prédire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src/churn/api.py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@asynccontextmanager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lifespan(app):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ml["model"] = joblib.load(MODEL_DIR / "model.joblib")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yield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@app.post("/predict", response_model=PredictionOut)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predict(f: CustomerFeatures):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pd.DataFrame([f.model_dump()])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float(ml["model"].predict_proba(row)[0, 1])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PredictionOut(churn=int(p &gt;= .5), probability=p)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est chargé une seule fois au démarrage (lifespan).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- objectifs de la séance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schémas d'entrée et de sortie.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le modèle au démarrage (lifespan).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POST /predict.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erreurs (422, 503).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via /docs et curl.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départ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src/churn/api.py - /health fourni, suivez les TODO (S12-1 à S12-5).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L'API transforme un modèle en service réutilisable.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valide les entrées automatiquement (422).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se charge une fois, au démarrage.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documente l'API sans effort.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12 — FastAPI</dc:title>
  <dc:subject>PptxGenJS Presentation</dc:subject>
  <dc:creator>ESGI - Orchestration ML</dc:creator>
  <cp:lastModifiedBy>ESGI - Orchestration ML</cp:lastModifiedBy>
  <cp:revision>1</cp:revision>
  <dcterms:created xsi:type="dcterms:W3CDTF">2026-06-03T21:40:03Z</dcterms:created>
  <dcterms:modified xsi:type="dcterms:W3CDTF">2026-06-03T21:40:03Z</dcterms:modified>
</cp:coreProperties>
</file>