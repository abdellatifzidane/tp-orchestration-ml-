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API reliee au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Servir toujours la bonne version du modele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4 · Deploiement API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Une API qui charge le bon modele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Coder le chemin du .joblib en dur est fragile.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modele evolue, l'API doit suivre.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veut servir la version Production.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Sans recoder ni redeployer l'API.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Decoupler API et modele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L'API interroge le Registry : le modele change sans toucher au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Du registry a la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Charger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la version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Recevoir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une requete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Predire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et renvoyer le risque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Charger depuis le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src/churn/api.py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import mlflow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MODEL_URI = "models:/churn/Production"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model = mlflow.sklearn.load_model(MODEL_URI)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@app.post("/predict")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predict(features: Features):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proba = model.predict_proba([features.row])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return {"churn_proba": float(proba[0, 1])}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models:/nom/stage pointe toujours vers la bonne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Modele en dur vs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Chemin en dur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model.joblib fige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Deploiement a chaque MAJ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Couplage fort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Reference par stage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Promotion sans redeploy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Decouplage propre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Promouvoir une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nouveau modele arrive en Staging.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le valide hors production.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le promeut en Production.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L'API sert la nouvelle version au prochain chargement.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Stage = pointeur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Promouvoir deplace le pointeur Production vers la nouvelle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SÉANCE 13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Endpoint de sante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src/churn/api.py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@app.get("/health")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health():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return {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"status": "ok",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"model": MODEL_URI,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/health permet aux orchestrateurs de surveiller l'API.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59669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relier l'API au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Charger le modele via models:/churn/Production.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Implementer la route /predict.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Ajouter une route /health.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Tester en Staging puis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src/churn/api.py - suivez les marqueurs TODO (S13-n).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API reliee au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L'API charge le modele depuis le Registry.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models:/nom/stage decouple code et modele.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Promouvoir une version suffit a changer la prod.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/health rend l'API surveillable.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