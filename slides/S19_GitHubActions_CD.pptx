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1A7F37"/>
                </a:solidFill>
                <a:latin typeface="Calibri"/>
              </a:rPr>
              <a:t>SÉANCE 19 · 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GitHub Actions : 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498079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AF1FB"/>
                </a:solidFill>
                <a:latin typeface="Calibri"/>
              </a:rPr>
              <a:t>Livrer automatiquement apres la 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303520" cy="45720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250" b="0">
                <a:solidFill>
                  <a:srgbClr val="EAF1FB"/>
                </a:solidFill>
                <a:latin typeface="Calibri"/>
              </a:rPr>
              <a:t>Module 5 · Orchestration &amp; CI/CD · 1 h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300" b="1">
                <a:solidFill>
                  <a:srgbClr val="1A7F37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1A7F37"/>
                </a:solidFill>
                <a:latin typeface="Calibri"/>
              </a:rPr>
              <a:t>SÉANCE 19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De l'integration au deploiement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La CI valide, la CD livre.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Deployer a la main est lent et risque.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On veut livrer a chaque merge valide.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De facon repetable et tracable.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CI puis 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La CD ne se declenche que si la CI est verte.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1A7F37"/>
                </a:solidFill>
                <a:latin typeface="Calibri"/>
              </a:rPr>
              <a:t>SÉANCE 19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CI vs CD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2880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4023360" cy="548640"/>
          </a:xfrm>
          <a:prstGeom prst="rect">
            <a:avLst/>
          </a:prstGeom>
          <a:solidFill>
            <a:srgbClr val="5B6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Valide le code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Lint, types, tests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A chaque push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783080"/>
            <a:ext cx="4023360" cy="2880360"/>
          </a:xfrm>
          <a:prstGeom prst="rect">
            <a:avLst/>
          </a:prstGeom>
          <a:solidFill>
            <a:srgbClr val="EAF1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54864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Livre l'artefact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Build et publication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Sur merge dans main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1A7F37"/>
                </a:solidFill>
                <a:latin typeface="Calibri"/>
              </a:rPr>
              <a:t>SÉANCE 19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Le pipeline CD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0744" y="2194560"/>
            <a:ext cx="768096" cy="768096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0744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construire l'image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87952" y="2194560"/>
            <a:ext cx="768096" cy="768096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Push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publier au registre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86016" y="2194560"/>
            <a:ext cx="768096" cy="768096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mettre en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1A7F37"/>
                </a:solidFill>
                <a:latin typeface="Calibri"/>
              </a:rPr>
              <a:t>SÉANCE 19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Workflow CD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.github/workflows/cd.yml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name: CD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on: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push: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branches: [main]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jobs: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deploy: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needs: test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runs-on: ubuntu-latest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steps: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  - uses: actions/checkout@v4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  - run: docker build -t $IMAGE 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  - run: docker push $IMAGE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needs: test enchaine la CD apres la CI.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1A7F37"/>
                </a:solidFill>
                <a:latin typeface="Calibri"/>
              </a:rPr>
              <a:t>SÉANCE 19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Secrets et environnements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Les identifiants vivent dans GitHub Secrets.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Jamais de secret dans le code ou les logs.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 environnement par cible (staging, prod).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Approbation manuelle possible avant prod.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GitHub Secrets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Injectes au runtime, jamais visibles dans l'historique.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1A7F37"/>
                </a:solidFill>
                <a:latin typeface="Calibri"/>
              </a:rPr>
              <a:t>SÉANCE 19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Strategies de livraison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088" y="2075688"/>
            <a:ext cx="777240" cy="777240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versionner l'image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18888" y="2075688"/>
            <a:ext cx="777240" cy="777240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Rollback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revenir en arriere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3584448"/>
            <a:ext cx="777240" cy="777240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Env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staging puis prod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18888" y="3584448"/>
            <a:ext cx="777240" cy="777240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validation manuelle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1A7F37"/>
                </a:solidFill>
                <a:latin typeface="Calibri"/>
              </a:rPr>
              <a:t>TRAVAUX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TP - automatiser la livraison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Creer .github/workflows/cd.yml.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Enchainer la CD apres la CI (needs).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Construire et pousser l'image au registre.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Stocker les identifiants en Secrets.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Fichier de depart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.github/workflows/cd.yml - suivez les marqueurs TODO (S19-n).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1A7F37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GitHub Actions : 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La CD livre quand la CI est verte.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Build, push puis deploy a chaque merge.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Les secrets vivent dans GitHub Secrets.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Tags et environnements rendent la livraison sure.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