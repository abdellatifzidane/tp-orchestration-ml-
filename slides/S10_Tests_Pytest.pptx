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914400"/>
            <a:ext cx="2743200" cy="2743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3108960"/>
            <a:ext cx="2011680" cy="2011680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0A9396"/>
                </a:solidFill>
                <a:latin typeface="Calibri"/>
              </a:rPr>
              <a:t>SÉANCE 10 · 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680960" cy="1554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Tests logiciels avec pytest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498079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AF1FB"/>
                </a:solidFill>
                <a:latin typeface="Calibri"/>
              </a:rPr>
              <a:t>Le filet de securite du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5303520" cy="457200"/>
          </a:xfrm>
          <a:prstGeom prst="roundRect">
            <a:avLst/>
          </a:prstGeom>
          <a:solidFill>
            <a:srgbClr val="1F3B6E"/>
          </a:solidFill>
          <a:ln w="12700">
            <a:solidFill>
              <a:srgbClr val="0A9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30352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250" b="0">
                <a:solidFill>
                  <a:srgbClr val="EAF1FB"/>
                </a:solidFill>
                <a:latin typeface="Calibri"/>
              </a:rPr>
              <a:t>Module 3 · Conteneurisation &amp; qualite · 1 h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206240"/>
            <a:ext cx="3108960" cy="3200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300" b="1">
                <a:solidFill>
                  <a:srgbClr val="0A9396"/>
                </a:solidFill>
                <a:latin typeface="Calibri"/>
              </a:rPr>
              <a:t>Lewis Hounkpevi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A9396"/>
                </a:solidFill>
                <a:latin typeface="Calibri"/>
              </a:rPr>
              <a:t>SÉANCE 10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Pourquoi tester le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 pipeline non teste casse en silence.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Une refonte peut introduire des regressions.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Les tests documentent le comportement attendu.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Ils sont le filet de securite de la CI.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Tester tot, tester souvent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Un bug attrape en local coute bien moins cher qu'en production.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A9396"/>
                </a:solidFill>
                <a:latin typeface="Calibri"/>
              </a:rPr>
              <a:t>SÉANCE 10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Anatomie d'un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0744" y="2194560"/>
            <a:ext cx="768096" cy="768096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0744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Arrange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preparer les donnees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87952" y="2194560"/>
            <a:ext cx="768096" cy="768096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appeler la fonction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86016" y="2194560"/>
            <a:ext cx="768096" cy="768096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Assert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verifier le resultat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A9396"/>
                </a:solidFill>
                <a:latin typeface="Calibri"/>
              </a:rPr>
              <a:t>SÉANCE 10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Un test de feature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tests/test_features.py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from churn.features import build_preprocessor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def test_preprocessor_shapes():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pre = build_preprocessor()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out = pre.fit_transform(sample_df)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assert out.shape[0] == len(sample_df)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assert not np.isnan(out).any()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Un test verifie une propriete, pas une valeur fragile.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A9396"/>
                </a:solidFill>
                <a:latin typeface="Calibri"/>
              </a:rPr>
              <a:t>SÉANCE 10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La boite a outils pytest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4088" y="2075688"/>
            <a:ext cx="777240" cy="77724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assert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verification 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18888" y="2075688"/>
            <a:ext cx="777240" cy="77724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fixture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donnees partagees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3584448"/>
            <a:ext cx="777240" cy="77724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parametrize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memes tests, cas varies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18888" y="3584448"/>
            <a:ext cx="777240" cy="77724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raises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tester les erreurs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A9396"/>
                </a:solidFill>
                <a:latin typeface="Calibri"/>
              </a:rPr>
              <a:t>SÉANCE 10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Fixture et parametrize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tests/test_features.py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import pytest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@pytest.fixture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def sample_df():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return load_sample()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@pytest.mark.parametrize("c", [0.1, 1.0, 10])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def test_train_runs(sample_df, c):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assert train(sample_df, c) is not 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Une fixture evite de dupliquer la preparation.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A9396"/>
                </a:solidFill>
                <a:latin typeface="Calibri"/>
              </a:rPr>
              <a:t>SÉANCE 10 ·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Bonnes pratiques de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 test = une intention claire.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Tests rapides et deterministes.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Nommer test_ ce qui est verifie.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Lancer pytest -q avant chaque commit.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Couverture utile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Tester la logique metier d'abord, pas le code trivial.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0A9396"/>
                </a:solidFill>
                <a:latin typeface="Calibri"/>
              </a:rPr>
              <a:t>TRAVAUX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TP - tester le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Ecrire un test sur le preprocessing.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Ajouter une fixture de donnees d'exemple.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Parametrer un test sur plusieurs C.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Lancer pytest -q depuis la racine.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Fichier de depart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tests/test_features.py - suivez les marqueurs TODO (S10-n).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3108960"/>
            <a:ext cx="2377440" cy="237744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0A9396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Tests logiciels avec pytest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772400" cy="2743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Les tests sont le filet de securite de la CI.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Arrange / Act / Assert structure chaque test.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Fixtures et parametrize evitent la duplication.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pytest -q se lance avant chaque commit.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