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Baseline du fil rouge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Un premier modele de churn, simple et honnete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F793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1 · Fondations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F7931E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une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ne peut pas ameliorer sans reference.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Une baseline simple cadre le probleme.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Elle valide la chaine donnees vers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Tout gain futur se mesure contre elle.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Simple d'abord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regression logistique avant tout modele complexe : rapide, lisible, honnete.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De la donnee au modele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Charger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data.py lit churn.csv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features.py encode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Entrainer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train.py ajuste le modele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split stratifie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src/churn/data.py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sklearn.model_selection import train_test_split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x_train, x_test, y_train, y_test = train_test_split(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x, y, test_size=0.2,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stratify=y, random_state=42,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stratify preserve le taux de churn dans chaque jeu.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src/churn/features.py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sklearn.compose import ColumnTransformer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sklearn.preprocessing import OneHotEncoder, StandardScaler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pre = ColumnTransformer([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("num", StandardScaler(), NUM),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("cat", OneHotEncoder(), CAT),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ColumnTransformer applique le bon traitement par colonne.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Choisir les metriques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Trompeuse si desequilibre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80% non-churn -&gt; 80% facile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 eviter seule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F1 &amp; ROC 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Equilibrent precision/rappel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Robustes au desequilibre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Nos metriques de reference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SÉANCE 3 ·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La baseline attendue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Modele : regression logistique.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f1 proche de 0.68 sur le jeu de 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roc_auc proche de 0.73.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Artefact sauvegarde dans models/model.joblib.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random_state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Fixer la graine rend l'entrainement reproductible d'un run a l'autre.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F7931E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entrainer la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Completer les TODO de train.py.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Lancer python -m churn.train.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Verifier f1 et roc_auc.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Confirmer la creation de model.joblib.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src/churn/train.py - suivez les marqueurs TODO (S3-n).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F7931E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Baseline du fil rouge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Une baseline donne une reference mesurable.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split stratifie preserve l'equilibre des classes.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F1 et ROC AUC priment sur l'accuracy.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model.joblib est l'artefact de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