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680960" y="-914400"/>
            <a:ext cx="2743200" cy="2743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321040" y="3108960"/>
            <a:ext cx="2011680" cy="2011680"/>
          </a:xfrm>
          <a:prstGeom prst="ellipse">
            <a:avLst/>
          </a:prstGeom>
          <a:solidFill>
            <a:srgbClr val="1F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77724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7680960" cy="1554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Georgia"/>
              </a:rPr>
              <a:t>Reproductibilite &amp;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7498079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EAF1FB"/>
                </a:solidFill>
                <a:latin typeface="Calibri"/>
              </a:rPr>
              <a:t>Mesurer la vraie performance d'un modele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303520" cy="457200"/>
          </a:xfrm>
          <a:prstGeom prst="roundRect">
            <a:avLst/>
          </a:prstGeom>
          <a:solidFill>
            <a:srgbClr val="1F3B6E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14800"/>
            <a:ext cx="5303520" cy="45720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250" b="0">
                <a:solidFill>
                  <a:srgbClr val="EAF1FB"/>
                </a:solidFill>
                <a:latin typeface="Calibri"/>
              </a:rPr>
              <a:t>Module 2 · Entrainement · 1 h 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0" y="4206240"/>
            <a:ext cx="3108960" cy="3200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r">
              <a:spcAft>
                <a:spcPts val="10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Lewis Hounkpevi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 piege du score unique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seul split peut mentir par chance.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score depend du decoupage choisi.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Un bon score peut cacher du surapprentissage.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La variance compte autant que la moyenne.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Valider, pas deviner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La validation croisee estime la performance reelle, pas un coup de chance.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La validation croisee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80744" y="2194560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Decouper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k plis du jeu d'entrainement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310128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87952" y="2194560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7952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47288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Entrainer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sur k-1 plis, tester sur 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08192" y="1965960"/>
            <a:ext cx="2532888" cy="237744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986016" y="2194560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86016" y="2194560"/>
            <a:ext cx="768096" cy="768096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5352" y="3063240"/>
            <a:ext cx="2258568" cy="457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350" b="1">
                <a:solidFill>
                  <a:srgbClr val="16284D"/>
                </a:solidFill>
                <a:latin typeface="Calibri"/>
              </a:rPr>
              <a:t>Moyenner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5352" y="3520440"/>
            <a:ext cx="2258568" cy="777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B6679"/>
                </a:solidFill>
                <a:latin typeface="Calibri"/>
              </a:rPr>
              <a:t>score = moyenne des k essais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K-fold stratifie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8138160" cy="2514600"/>
          </a:xfrm>
          <a:prstGeom prst="rect">
            <a:avLst/>
          </a:prstGeom>
          <a:solidFill>
            <a:srgbClr val="0E1B33"/>
          </a:solidFill>
          <a:ln w="12700">
            <a:solidFill>
              <a:srgbClr val="1F3B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" y="1965960"/>
            <a:ext cx="109728" cy="109728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77824" y="1965960"/>
            <a:ext cx="109728" cy="109728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5" y="1965960"/>
            <a:ext cx="109728" cy="109728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892807"/>
            <a:ext cx="713232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000" b="0">
                <a:solidFill>
                  <a:srgbClr val="8FA6C9"/>
                </a:solidFill>
                <a:latin typeface="Courier New"/>
              </a:rPr>
              <a:t>src/churn/train.py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7589520" cy="19202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from sklearn.model_selection import (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cross_val_score, StratifiedKFold)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/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cv = StratifiedKFold(n_splits=5, shuffle=True,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             random_state=42)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scores = cross_val_score(model, x, y,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                         scoring="f1", cv=cv)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E6EDF7"/>
                </a:solidFill>
                <a:latin typeface="Courier New"/>
              </a:rPr>
              <a:t>print(scores.mean(), scores.std())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407408"/>
            <a:ext cx="8138160" cy="3200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On reporte la moyenne et l'ecart-type des plis.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Sous- vs sur-apprentissage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288036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783080"/>
            <a:ext cx="4023360" cy="548640"/>
          </a:xfrm>
          <a:prstGeom prst="rect">
            <a:avLst/>
          </a:prstGeom>
          <a:solidFill>
            <a:srgbClr val="5B66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Underfitting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Modele trop simple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Mauvais en train ET test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Biais eleve</a:t>
            </a:r>
          </a:p>
        </p:txBody>
      </p:sp>
      <p:sp>
        <p:nvSpPr>
          <p:cNvPr id="8" name="Rectangle 7"/>
          <p:cNvSpPr/>
          <p:nvPr/>
        </p:nvSpPr>
        <p:spPr>
          <a:xfrm>
            <a:off x="4617720" y="1783080"/>
            <a:ext cx="4023360" cy="2880360"/>
          </a:xfrm>
          <a:prstGeom prst="rect">
            <a:avLst/>
          </a:prstGeom>
          <a:solidFill>
            <a:srgbClr val="EAF1FB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5486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783080"/>
            <a:ext cx="3931920" cy="5486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Overfitting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73752" y="2514600"/>
            <a:ext cx="3566160" cy="20574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Modele trop complexe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Bon en train, mauvais en test</a:t>
            </a:r>
          </a:p>
          <a:p>
            <a:pPr algn="l" marL="203200" indent="-203200">
              <a:spcAft>
                <a:spcPts val="800"/>
              </a:spcAft>
              <a:buSzPct val="100000"/>
              <a:buChar char="•"/>
            </a:pPr>
            <a:r>
              <a:rPr sz="1350" b="0">
                <a:solidFill>
                  <a:srgbClr val="1F2A37"/>
                </a:solidFill>
                <a:latin typeface="Calibri"/>
              </a:rPr>
              <a:t>Variance elevee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Les leviers de repro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04088" y="207568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Seed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random_state partout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78308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818888" y="207568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207568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98424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Donnees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35000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version figee du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4088" y="358444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Environnement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versions epinglees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91840"/>
            <a:ext cx="4023360" cy="13716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818888" y="3584448"/>
            <a:ext cx="777240" cy="7772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3584448"/>
            <a:ext cx="777240" cy="77724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1900" b="1">
                <a:solidFill>
                  <a:srgbClr val="FFFFFF"/>
                </a:solidFill>
                <a:latin typeface="Georgia"/>
              </a:rPr>
              <a:t>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493008"/>
            <a:ext cx="2743200" cy="4114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450" b="1">
                <a:solidFill>
                  <a:srgbClr val="16284D"/>
                </a:solidFill>
                <a:latin typeface="Calibr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858768"/>
            <a:ext cx="278892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679"/>
                </a:solidFill>
                <a:latin typeface="Calibri"/>
              </a:rPr>
              <a:t>memes etapes a chaque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SÉANCE 4 · MODULE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Fuite de donnees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Le preprocessing s'ajuste sur le train seul.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Jamais de fit sur le jeu de test.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Utiliser un Pipeline scikit-learn.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Sinon le score est optimiste et faux.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Pipeline = securite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fit sur train, transform sur test : la fuite devient impossible.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84048"/>
            <a:ext cx="8229600" cy="2743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100" b="1">
                <a:solidFill>
                  <a:srgbClr val="7C3AED"/>
                </a:solidFill>
                <a:latin typeface="Calibri"/>
              </a:rPr>
              <a:t>TRAVAUX PRATIQUES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76656"/>
            <a:ext cx="8229600" cy="8686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900" b="1">
                <a:solidFill>
                  <a:srgbClr val="16284D"/>
                </a:solidFill>
                <a:latin typeface="Georgia"/>
              </a:rPr>
              <a:t>TP - valider la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4892040" cy="29260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Ajouter une validation croisee 5 plis.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Reporter moyenne et ecart-type du f1.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Encapsuler preprocessing + modele dans un Pipeline.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500" b="0">
                <a:solidFill>
                  <a:srgbClr val="1F2A37"/>
                </a:solidFill>
                <a:latin typeface="Calibri"/>
              </a:rPr>
              <a:t>Verifier l'absence de fuite.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23560" y="1691640"/>
            <a:ext cx="3017520" cy="2743200"/>
          </a:xfrm>
          <a:prstGeom prst="rect">
            <a:avLst/>
          </a:prstGeom>
          <a:solidFill>
            <a:srgbClr val="F4F7FC"/>
          </a:solidFill>
          <a:ln w="12700">
            <a:solidFill>
              <a:srgbClr val="D7DE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23560" y="1691640"/>
            <a:ext cx="82296" cy="2743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879592" y="1984248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79592" y="1984248"/>
            <a:ext cx="502920" cy="502920"/>
          </a:xfrm>
          <a:prstGeom prst="rect">
            <a:avLst/>
          </a:prstGeom>
          <a:noFill/>
        </p:spPr>
        <p:txBody>
          <a:bodyPr wrap="square" anchor="ctr" lIns="0" tIns="0" r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79592" y="2651760"/>
            <a:ext cx="2514600" cy="54864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>
                <a:solidFill>
                  <a:srgbClr val="16284D"/>
                </a:solidFill>
                <a:latin typeface="Calibri"/>
              </a:rPr>
              <a:t>Fichier de depart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9592" y="3154680"/>
            <a:ext cx="2514600" cy="109728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5B6679"/>
                </a:solidFill>
                <a:latin typeface="Calibri"/>
              </a:rPr>
              <a:t>src/churn/train.py - suivez les marqueurs TODO (S4-n).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8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731520" y="3108960"/>
            <a:ext cx="2377440" cy="2377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7C3AED"/>
                </a:solidFill>
                <a:latin typeface="Calibri"/>
              </a:rPr>
              <a:t>A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7772400" cy="73152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FFFFFF"/>
                </a:solidFill>
                <a:latin typeface="Georgia"/>
              </a:rPr>
              <a:t>Reproductibilite &amp;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7772400" cy="2743200"/>
          </a:xfrm>
          <a:prstGeom prst="rect">
            <a:avLst/>
          </a:prstGeom>
          <a:noFill/>
        </p:spPr>
        <p:txBody>
          <a:bodyPr wrap="square" anchor="t" lIns="0" tIns="0" rIns="0" bIns="0">
            <a:spAutoFit/>
          </a:bodyPr>
          <a:lstStyle/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Un seul split ne suffit pas a juger un modele.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La validation croisee estime la vraie performance.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Le Pipeline evite la fuite de donnees.</a:t>
            </a:r>
          </a:p>
          <a:p>
            <a:pPr algn="l" marL="203200" indent="-203200">
              <a:spcAft>
                <a:spcPts val="1000"/>
              </a:spcAft>
              <a:buSzPct val="100000"/>
              <a:buChar char="•"/>
            </a:pPr>
            <a:r>
              <a:rPr sz="1600" b="0">
                <a:solidFill>
                  <a:srgbClr val="EAF1FB"/>
                </a:solidFill>
                <a:latin typeface="Calibri"/>
              </a:rPr>
              <a:t>Repro = seed + donnees + environnement figes.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