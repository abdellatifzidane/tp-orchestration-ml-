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Environnement &amp;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Un poste de travail reproductible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377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1 · Fondations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3776AB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un environnement maitrise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« Ca marche chez moi » n'est pas une garantie.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versions de librairies cassent la repro.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projet partage exige des regles communes.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L'environnement fait partie du livrable.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Isoler pour reproduire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venv par projet evite les conflits de dependances.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Mettre en place le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Cloner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git clone du depot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Isoler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python -m venv .venv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Installer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pip install -e .[dev]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Creer l'environnement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python -m venv .venv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source .venv/bin/activate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pip install -e ".[dev]"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export PYTHONPATH=src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pytest -q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PYTHONPATH=src rend le package churn importable.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Scripter avec 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scripts/setup.sh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#!/usr/bin/env 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set -e            # stoppe au premier echec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python -m venv .venv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. .venv/bin/activate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pip install -e ".[dev]"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export PYTHONPATH=src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echo "environnement pret"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script sh rejoue toute la mise en place : sh scripts/setup.sh.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 Makefile pour les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Makefile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install: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	pip install -e ".[dev]"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lint: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	ruff check 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type: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	mypy 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test: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	PYTHONPATH=src pytest -q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check: lint type test   # tout le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make install met en place, make check verifie lint + types +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La boite a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Versionner le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Isoler les dependances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ruff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Linter et formateur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mypy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Typage statique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Qualite 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ruff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Linting rapide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line-length = 100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Detecte erreurs et style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ruff check src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mypy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Verifie les types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Docstrings NumPy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Attrape les bugs tot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mypy src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SÉANCE 2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Structure du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config.py    chemins et features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data.py      chargement + split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features.py  preprocessing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train.py     entrainement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api.py       service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Chaque module a une responsabilite unique.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3776AB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environnement 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Creer et activer le venv.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Installer le projet en mode editable.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ruff, mypy et pytest.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Verifier que tout passe au vert.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pyproject.toml - la config de ruff et mypy est deja fournie.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3776AB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Environnement &amp;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venv par projet garantit la reproductibilite.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pip install -e rend le code editable et importable.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script sh rejoue la mise en place en une commande.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Makefile centralise install, lint, type et 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make check verifie tout le workflow d'un coup.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