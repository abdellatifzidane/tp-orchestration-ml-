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Introduction au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Du notebook au pipeline de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1 · Fondations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Du notebook a la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modele en notebook n'est pas un produit.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majorite des modeles ne sont jamais deployes.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Donnees, code et modele evoluent en continu.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Sans process, la mise en prod reste artisanale.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MLOps = DevOps pour le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Industrialiser le cycle de vie des modeles : versionner, tester, deployer, surveiller.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Les piliers du MLOps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Donnees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Versionnees et validees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Entrainement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Reproductible et 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Deploiement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Automatise via CI/CD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Surveillance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Drift et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cycle de vie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Concevoir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Donnees, features,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Industrialiser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Tracking, tests, conteneurs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Exploiter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Servir, orchestrer, monitorer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Notebook vs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Execution manuelle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Etat cache, non reproductible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Difficile a tester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Code jetable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Execution automatisee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Reproductible de bout en bout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Teste et versionne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Code de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projet fil rouge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Cas d'usage : prediction de churn client.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Classification binaire tabulaire (3000 lignes).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Une meme base sert a toutes les seances.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ajoute une brique MLOps par module.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Churn = clients qui partent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Predire qui risque de resilier pour agir avant qu'il ne soit trop tard.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SÉANCE 1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Fondations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S1 a S3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Entrainement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S4 a S7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Conteneurs &amp; qualite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S8 a S11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API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S12 a S20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prise en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Cloner le depot mlops-churn-starter.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Lire le README et la structure du projet.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Reperer les marqueurs TODO des seances.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Noter les outils a installer.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Comprendre l'architecture du fil rouge avant de coder.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Introduction au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modele utile est un modele deploye et surveille.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MLOps industrialise tout le cycle de vie ML.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fil rouge churn relie toutes les seances.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Une brique MLOps s'ajoute a chaque module.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