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0E9488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 Tracking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Tracer, comparer et retrouver ses expériences 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1F3B6E"/>
          </a:solidFill>
          <a:ln w="12700">
            <a:solidFill>
              <a:srgbClr val="0E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Entraînement reproductible · 1 h 30</a:t>
            </a:r>
            <a:endParaRPr lang="en-US" sz="1250" dirty="0"/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/>
            <a:r>
              <a:rPr sz="1300" b="1">
                <a:solidFill>
                  <a:srgbClr val="0E9488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du « notebook qui marchait hier »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hyperparamètres ont donné le meilleur score ?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comparer deux essais objectivement.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d'il y a 3 jours est introuvable.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trace : ni données, ni code, ni métriques.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suivi, pas de reproductibilité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expérience non tracée est une expérience perdue. Le suivi rend le travail comparable, auditable et partageable.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 en 4 composants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Journalise params, métriques, artefacts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standard d'empaquetage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et cycle de vie des modèles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Exécutions reproductibles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vocabulaire du Tracking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: regroupe des runs liés à un objectif.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: une exécution d'entraînement datée.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: entrées (C, max_iter, modèle…).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: sorties mesurées (f1, roc_auc…).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: fichiers produits (modèle, courbes).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entraînement = 1 run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run capture un instantané complet : ce qui est entré, ce qui est sorti, et le modèle obtenu.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d'un serveur MLflow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83792" y="2194560"/>
            <a:ext cx="768096" cy="768096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8379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code Python log via l'API mlflow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0708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4424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4424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&amp; métriques (SQLite / Postgres)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124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992112" y="2194560"/>
            <a:ext cx="768096" cy="768096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9211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4840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840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&amp; fichiers (disque / S3)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Instrumenter un entraînement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241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src/churn/train.py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mlflow, mlflow.sklearn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mlflow.set_tracking_uri(MLFLOW_TRACKING_URI)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mlflow.set_experiment("churn-baseline")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mlflow.start_run(run_name=f"logreg-c{c}"):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model.fit(x_train, y_train)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mlflow.log_params({"c": c, "max_iter": max_iter})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mlflow.log_metrics({"f1": f1, "roc_auc": auc})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mlflow.sklearn.log_model(model, name="model")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run est encadré par un seul bloc « with ».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 manuel vs autolog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sur ce qui est tracé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log_params / log_metrics explicites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pédagogiquement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autolog()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: mlflow.sklearn.autolog()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params, métriques, modèle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mais moins maîtrisé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Registry : le cycle de vie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83792" y="2194560"/>
            <a:ext cx="768096" cy="768096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8379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enregistré, version créée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0708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4424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4424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 en 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1240" y="1965960"/>
            <a:ext cx="2529840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992112" y="2194560"/>
            <a:ext cx="768096" cy="768096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9211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48400" y="30632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8400" y="3520440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 par l'API d'inférence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 - objectifs de la séance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un serveur MLflow local.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params, métriques et modèle dans train.py.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3 runs avec des C différents.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runs dans l'interface.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logger la matrice de confusion.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départ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src/churn/train.py - suivez les marqueurs TODO (S5-1 à S5-7).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0E9488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 Tracking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expérience non tracée est perdue.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 = params + métriques + artefacts + modèle.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L'UI rend les essais comparables d'un coup d'œil.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Registry gère les versions jusqu'à la production.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5 — MLflow Tracking</dc:title>
  <dc:subject>PptxGenJS Presentation</dc:subject>
  <dc:creator>ESGI - Orchestration ML</dc:creator>
  <cp:lastModifiedBy>ESGI - Orchestration ML</cp:lastModifiedBy>
  <cp:revision>1</cp:revision>
  <dcterms:created xsi:type="dcterms:W3CDTF">2026-06-03T21:40:03Z</dcterms:created>
  <dcterms:modified xsi:type="dcterms:W3CDTF">2026-06-03T21:40:03Z</dcterms:modified>
</cp:coreProperties>
</file>