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017CEE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17 · MODULE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Airflow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 un pipeline ML planifié et supervisé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5669280" cy="457200"/>
          </a:xfrm>
          <a:prstGeom prst="roundRect">
            <a:avLst>
              <a:gd name="adj" fmla="val 50000"/>
            </a:avLst>
          </a:prstGeom>
          <a:solidFill>
            <a:srgbClr val="1F3B6E"/>
          </a:solidFill>
          <a:ln w="12700">
            <a:solidFill>
              <a:srgbClr val="017C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14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Orchestration &amp; CI/CD · 1 h 30</a:t>
            </a:r>
            <a:endParaRPr lang="en-US" sz="1250" dirty="0"/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/>
            <a:r>
              <a:rPr sz="1300" b="1">
                <a:solidFill>
                  <a:srgbClr val="017CEE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17 · MODULE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cron ne suffit pas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: a-t-il réussi ou échoué ?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dépendances entre étapes.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relance automatique en cas d'erreur.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éparpillés, supervision manuelle.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Orchestrer, pas juste planifier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gère l'ordre, les dépendances, les relances et offre une vue d'ensemble des exécutions.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17 · MODULE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DAG : graphe de tâches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83792" y="2194560"/>
            <a:ext cx="768096" cy="768096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8379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Récupère / génère les données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0708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4424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4424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 et logge le modèle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124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992112" y="2194560"/>
            <a:ext cx="768096" cy="768096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9211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4840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check_quality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840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si le modèle est mauvais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17 · MODULE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d'Airflow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les tâches à l'heure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de supervision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les tâches (workers)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runs et des tâches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17 · MODULE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DAG en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88036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241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dags/churn_dag.py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DAG(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dag_id="churn_retraining",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start_date=datetime(2025, 1, 1),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schedule="0 3 * * 1",   # lundi 3h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catchup=False,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dag: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generate = PythonOperator(task_id="generate_data", ...)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    = PythonOperator(task_id="train", ...)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   = PythonOperator(task_id="check_quality", ...)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generate &gt;&gt; train &gt;&gt; check   # l'ordre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17 · MODULE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Passer une valeur : XCom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241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dags/churn_dag.py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task_train(**ctx):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 = train()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ctx["ti"].xcom_push(key="f1", value=metrics["f1"])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task_check_quality(**ctx):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f1 = ctx["ti"].xcom_pull(task_ids="train", key="f1")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f1 &lt; SEUIL: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ValueError("modele sous le seuil")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 transporte de petites valeurs d'une tâche à l'autre.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17 · MODULE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Planification &amp; idempotence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: @daily, @weekly ou cron (0 3 * * 1).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catchup=False : pas de rattrapage du passé.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tâche doit être idempotente (rejouable).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: relance automatique en cas d'échec.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Rejouable sans dégât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une tâche ne doit jamais corrompre l'état : c'est la base d'un pipeline fiable.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 - objectifs de la séance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Airflow via docker-compose.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le DAG churn_retraining.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Échanger la métrique f1 via XCom.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garde-fou de qualité.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et déclencher le pipeline.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17C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départ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dags/churn_dag.py - suivez les marqueurs TODO (S17-1 à S17-5).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017CEE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17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Airflow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orchestre : ordre, dépendances, relances.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DAG = un graphe de tâches planifié.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 transporte des valeurs entre tâches.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+ garde-fous = pipeline fiable.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17 — Airflow</dc:title>
  <dc:subject>PptxGenJS Presentation</dc:subject>
  <dc:creator>ESGI - Orchestration ML</dc:creator>
  <cp:lastModifiedBy>ESGI - Orchestration ML</cp:lastModifiedBy>
  <cp:revision>1</cp:revision>
  <dcterms:created xsi:type="dcterms:W3CDTF">2026-06-03T21:40:03Z</dcterms:created>
  <dcterms:modified xsi:type="dcterms:W3CDTF">2026-06-03T21:40:03Z</dcterms:modified>
</cp:coreProperties>
</file>