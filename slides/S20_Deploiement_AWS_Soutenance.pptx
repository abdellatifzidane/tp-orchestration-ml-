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F9900"/>
                </a:solidFill>
                <a:latin typeface="Calibri"/>
              </a:rPr>
              <a:t>SÉANCE 20 · CLOTURE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Deploiement AWS &amp; soutenance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Servir le modele dans le cloud et presenter le projet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Cloture · Bonus &amp; preparation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FF9900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FF9900"/>
                </a:solidFill>
                <a:latin typeface="Calibri"/>
              </a:rPr>
              <a:t>SÉANCE 20 · CLOTURE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Servir le modele dans le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En local suffit pour apprendre, pas pour livrer.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 cloud apporte disponibilite et passage a l'echelle.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AWS offre des services manages simples.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On deploie l'API conteneurisee du fil rouge.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Bonus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Cette seance est une ouverture : aller plus loin que le poste local.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FF9900"/>
                </a:solidFill>
                <a:latin typeface="Calibri"/>
              </a:rPr>
              <a:t>SÉANCE 20 · CLOTURE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De l'image au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0744" y="2194560"/>
            <a:ext cx="768096" cy="768096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ECR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pousser l'image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App Runner ou Lambda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86016" y="2194560"/>
            <a:ext cx="768096" cy="768096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API publique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FF9900"/>
                </a:solidFill>
                <a:latin typeface="Calibri"/>
              </a:rPr>
              <a:t>SÉANCE 20 · CLOTURE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App Runner vs Lambda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App Runner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Conteneur servi en continu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Ideal pour une API REST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Mise a l'echelle auto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Lambda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Fonction a la demande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Ideal pour du sporadique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Facture a l'usage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FF9900"/>
                </a:solidFill>
                <a:latin typeface="Calibri"/>
              </a:rPr>
              <a:t>SÉANCE 20 · CLOTURE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Pousser vers ECR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aws ecr create-repository \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--repository-name churn-api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docker tag churn-api:latest $ECR_URI:latest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aws ecr get-login-password | docker login ...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docker push $ECR_URI:latest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ECR heberge l'image, App Runner la deploie.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FF9900"/>
                </a:solidFill>
                <a:latin typeface="Calibri"/>
              </a:rPr>
              <a:t>SÉANCE 20 · CLOTURE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Preparer la soutenance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Probleme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cas d'usage et donnees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de la donnee au service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API en direct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Bilan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limites et suite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FF9900"/>
                </a:solidFill>
                <a:latin typeface="Calibri"/>
              </a:rPr>
              <a:t>SÉANCE 20 · CLOTURE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Criteres d'evaluation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pipeline ML automatise de bout en bout.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Tracking, tests, conteneurs, API, orchestration.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Une demo fonctionnelle du service.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discours clair sur les choix techniques.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Le fil rouge paie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Chaque brique vue en cours devient un point de votre projet final.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FF9900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deployer et preparer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Pousser l'image de l'API vers ECR.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Deployer via App Runner ou Lambda.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Tester l'URL publique.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Preparer le plan de la soutenance.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Boucler le pipeline du fil rouge et le presenter.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F9900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Deploiement AWS &amp; soutenance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Le cloud rend l'API disponible et scalable.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ECR heberge l'image, App Runner ou Lambda la sert.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La soutenance presente le pipeline de bout en bout.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Chaque module du cours alimente le projet final.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