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0A9396"/>
                </a:solidFill>
                <a:latin typeface="Calibri"/>
              </a:rPr>
              <a:t>SÉANCE 15 · 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Tester l'API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498079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AF1FB"/>
                </a:solidFill>
                <a:latin typeface="Calibri"/>
              </a:rPr>
              <a:t>Valider le contrat, pas seulement le modele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303520" cy="45720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0A9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250" b="0">
                <a:solidFill>
                  <a:srgbClr val="EAF1FB"/>
                </a:solidFill>
                <a:latin typeface="Calibri"/>
              </a:rPr>
              <a:t>Module 4 · Deploiement API · 1 h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300" b="1">
                <a:solidFill>
                  <a:srgbClr val="0A9396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A9396"/>
                </a:solidFill>
                <a:latin typeface="Calibri"/>
              </a:rPr>
              <a:t>SÉANCE 15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Pourquoi tester l'API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 modele juste mal expose reste inutile.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 contrat d'API casse casse les clients.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Les entrees invalides doivent etre rejetees.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La CI doit valider l'API automatiquement.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Tester le contrat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Codes HTTP, schema de reponse et validation : c'est ca l'API.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A9396"/>
                </a:solidFill>
                <a:latin typeface="Calibri"/>
              </a:rPr>
              <a:t>SÉANCE 15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Tester sans serveur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0744" y="2194560"/>
            <a:ext cx="768096" cy="768096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0744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TestClient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client en memoire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87952" y="2194560"/>
            <a:ext cx="768096" cy="768096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Requete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appeler la route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86016" y="2194560"/>
            <a:ext cx="768096" cy="768096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Assert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statut et contenu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A9396"/>
                </a:solidFill>
                <a:latin typeface="Calibri"/>
              </a:rPr>
              <a:t>SÉANCE 15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Test d'une route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tests/test_api.py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from fastapi.testclient import TestClient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from churn.api import app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client = TestClient(app)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def test_health():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r = client.get("/health")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assert r.status_code == 200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assert r.json()["status"] == "ok"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TestClient appelle l'app sans lancer de serveur.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A9396"/>
                </a:solidFill>
                <a:latin typeface="Calibri"/>
              </a:rPr>
              <a:t>SÉANCE 15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Cas valide et invalide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tests/test_api.py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def test_predict_ok():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r = client.post("/predict", json=VALID)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assert r.status_code == 200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assert 0 &lt;= r.json()["churn_proba"] &lt;= 1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def test_predict_bad_input():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r = client.post("/predict", json={})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assert r.status_code == 422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422 = pydantic a rejete une entree invalide.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A9396"/>
                </a:solidFill>
                <a:latin typeface="Calibri"/>
              </a:rPr>
              <a:t>SÉANCE 15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Tester quoi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2880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4023360" cy="548640"/>
          </a:xfrm>
          <a:prstGeom prst="rect">
            <a:avLst/>
          </a:prstGeom>
          <a:solidFill>
            <a:srgbClr val="5B6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Cas nominal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Statut 200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Reponse bien formee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Proba entre 0 et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783080"/>
            <a:ext cx="4023360" cy="2880360"/>
          </a:xfrm>
          <a:prstGeom prst="rect">
            <a:avLst/>
          </a:prstGeom>
          <a:solidFill>
            <a:srgbClr val="EAF1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548640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Cas d'erreur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Entree manquante -&gt; 422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Type invalide -&gt; 422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Message clair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A9396"/>
                </a:solidFill>
                <a:latin typeface="Calibri"/>
              </a:rPr>
              <a:t>SÉANCE 15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Vers la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Les tests d'API tournent comme les autres.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Aucun service externe requis avec TestClient.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Mocker le modele accelere les tests.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 echec bloque le merge.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Rapide et isole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Des tests qui ne dependent pas du reseau restent fiables en CI.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A9396"/>
                </a:solidFill>
                <a:latin typeface="Calibri"/>
              </a:rPr>
              <a:t>TRAVAUX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TP - tester l'API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Ecrire un test sur /health.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Tester /predict avec une entree valide.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Tester le rejet d'une entree invalide.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Lancer pytest -q.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Fichier de depart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tests/test_api.py - suivez les marqueurs TODO (S15-n).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0A9396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Tester l'API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Tester l'API valide le contrat, pas que le modele.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TestClient teste sans lancer de serveur.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200 pour le nominal, 422 pour l'invalide.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Des tests isoles restent fiables en CI.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