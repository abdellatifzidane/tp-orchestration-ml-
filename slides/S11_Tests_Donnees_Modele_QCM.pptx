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80960" y="-914400"/>
            <a:ext cx="2743200" cy="27432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3108960"/>
            <a:ext cx="2011680" cy="2011680"/>
          </a:xfrm>
          <a:prstGeom prst="ellipse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772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SÉANCE 11 · 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7680960" cy="1554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Tests donnees &amp; modele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7498079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EAF1FB"/>
                </a:solidFill>
                <a:latin typeface="Calibri"/>
              </a:rPr>
              <a:t>Verifier les donnees, le modele, et faire le point (QCM)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5303520" cy="457200"/>
          </a:xfrm>
          <a:prstGeom prst="roundRect">
            <a:avLst/>
          </a:prstGeom>
          <a:solidFill>
            <a:srgbClr val="1F3B6E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530352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250" b="0">
                <a:solidFill>
                  <a:srgbClr val="EAF1FB"/>
                </a:solidFill>
                <a:latin typeface="Calibri"/>
              </a:rPr>
              <a:t>Module 3 · Conteneurisation &amp; qualite · 1 h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4206240"/>
            <a:ext cx="3108960" cy="3200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Lewis Hounkpevi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D97706"/>
                </a:solidFill>
                <a:latin typeface="Calibri"/>
              </a:rPr>
              <a:t>SÉANCE 11 · 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Le code marche, et les donnees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Un pipeline vert peut servir de mauvaises donnees.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Un schema qui change casse le modele en silence.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Le modele peut se degrader sans erreur.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Il faut tester donnees ET comportement.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Garbage in, garbage 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Un modele ne vaut jamais mieux que les donnees qu'on lui donne.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D97706"/>
                </a:solidFill>
                <a:latin typeface="Calibri"/>
              </a:rPr>
              <a:t>SÉANCE 11 · 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Tests de donnees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4088" y="2075688"/>
            <a:ext cx="777240" cy="7772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07568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8424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5000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colonnes et types attendus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78308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18888" y="2075688"/>
            <a:ext cx="777240" cy="7772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207568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98424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Plages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35000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valeurs dans des bornes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4088" y="3584448"/>
            <a:ext cx="777240" cy="7772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58444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49300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Nulls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85876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taux de manquants borne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329184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18888" y="3584448"/>
            <a:ext cx="777240" cy="7772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18888" y="358444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49300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Distribution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85876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pas de derive brutale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D97706"/>
                </a:solidFill>
                <a:latin typeface="Calibri"/>
              </a:rPr>
              <a:t>SÉANCE 11 · 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Valider le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8138160" cy="251460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5" y="19659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92807"/>
            <a:ext cx="71323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FA6C9"/>
                </a:solidFill>
                <a:latin typeface="Courier New"/>
              </a:rPr>
              <a:t>tests/test_data.py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7589520" cy="1920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def test_schema(df):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assert set(EXPECTED) &lt;= set(df.columns)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assert df["age"].between(18, 100).all()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assert df["churn"].isin([0, 1]).all()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assert df.isna().mean().max() &lt; 0.05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On teste des contrats, pas des lignes precises.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D97706"/>
                </a:solidFill>
                <a:latin typeface="Calibri"/>
              </a:rPr>
              <a:t>SÉANCE 11 · 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Test code vs test modele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4023360" cy="288036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4023360" cy="548640"/>
          </a:xfrm>
          <a:prstGeom prst="rect">
            <a:avLst/>
          </a:prstGeom>
          <a:solidFill>
            <a:srgbClr val="5B6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93192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Test logiciel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514600"/>
            <a:ext cx="3566160" cy="2057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La fonction renvoie le bon type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Deterministe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Echoue si bug de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783080"/>
            <a:ext cx="4023360" cy="2880360"/>
          </a:xfrm>
          <a:prstGeom prst="rect">
            <a:avLst/>
          </a:prstGeom>
          <a:solidFill>
            <a:srgbClr val="EAF1FB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783080"/>
            <a:ext cx="4023360" cy="548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393192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Test modele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2514600"/>
            <a:ext cx="3566160" cy="2057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Performance au-dessus d'un seuil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Comportement attendu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Echoue si modele degrade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D97706"/>
                </a:solidFill>
                <a:latin typeface="Calibri"/>
              </a:rPr>
              <a:t>SÉANCE 11 · 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Test de comportement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8138160" cy="251460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5" y="19659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92807"/>
            <a:ext cx="71323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FA6C9"/>
                </a:solidFill>
                <a:latin typeface="Courier New"/>
              </a:rPr>
              <a:t>tests/test_model.py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7589520" cy="1920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def test_min_performance(model, x_test, y_test):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f1 = f1_score(y_test, model.predict(x_test))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assert f1 &gt;= 0.60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def test_higher_tenure_lowers_churn(model):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assert proba(short_tenure) &gt; proba(long_tenure)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Un seuil minimal bloque toute regression de qualite.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D97706"/>
                </a:solidFill>
                <a:latin typeface="Calibri"/>
              </a:rPr>
              <a:t>SÉANCE 11 · 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QCM intermediaire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Controle de connaissances de mi-parcours.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Couvre les modules 1 a 3.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MLOps, entrainement, conteneurs, tests.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Reviser baselines, MLflow, Docker, pytest.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Prepa QCM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Reprenez les diapos « A retenir » de chaque seance precedente.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D97706"/>
                </a:solidFill>
                <a:latin typeface="Calibri"/>
              </a:rPr>
              <a:t>TRAVAUX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TP - tester les donnees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Ecrire des tests de schema sur churn.csv.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Verifier plages, nulls et classes.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Ajouter un test de performance minimale.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Brancher ces tests dans pytest.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Fichier de depart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tests/ - suivez les marqueurs TODO (S11-n).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3108960"/>
            <a:ext cx="2377440" cy="23774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FFFFFF"/>
                </a:solidFill>
                <a:latin typeface="Georgia"/>
              </a:rPr>
              <a:t>Tests donnees &amp; modele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772400" cy="2743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Un code vert ne garantit pas de bonnes donnees.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Les tests de donnees verifient des contrats.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Les tests de modele posent un seuil de qualite.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Le QCM valide les modules 1 a 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