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E11D48"/>
                </a:solidFill>
                <a:latin typeface="Calibri"/>
              </a:rPr>
              <a:t>SÉANCE 7 · 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AutoML &amp;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498079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AF1FB"/>
                </a:solidFill>
                <a:latin typeface="Calibri"/>
              </a:rPr>
              <a:t>Comparer les modeles et expliquer leurs predictions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303520" cy="45720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250" b="0">
                <a:solidFill>
                  <a:srgbClr val="EAF1FB"/>
                </a:solidFill>
                <a:latin typeface="Calibri"/>
              </a:rPr>
              <a:t>Module 2 · Entrainement · 1 h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300" b="1">
                <a:solidFill>
                  <a:srgbClr val="E11D48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E11D48"/>
                </a:solidFill>
                <a:latin typeface="Calibri"/>
              </a:rPr>
              <a:t>SÉANCE 7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Comparer plusieurs modeles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Aucun modele n'est universellement meilleur.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Tester logreg, arbres, boosting prend du temps.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L'AutoML automatise la comparaison.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On garde le meilleur selon la metrique.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AutoML, pas magie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Il accelere la recherche mais ne remplace pas la comprehension du probleme.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E11D48"/>
                </a:solidFill>
                <a:latin typeface="Calibri"/>
              </a:rPr>
              <a:t>SÉANCE 7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Familles de modeles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088" y="2075688"/>
            <a:ext cx="777240" cy="77724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Lineaire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Logistic Regression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18888" y="2075688"/>
            <a:ext cx="777240" cy="77724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Arbres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Random Forest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3584448"/>
            <a:ext cx="777240" cy="77724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Boosting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XGBoost, LightGBM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18888" y="3584448"/>
            <a:ext cx="777240" cy="77724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Ensemble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Vote ou stacking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E11D48"/>
                </a:solidFill>
                <a:latin typeface="Calibri"/>
              </a:rPr>
              <a:t>SÉANCE 7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Comparer rapidement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src/churn/train.py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candidates = {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"logreg": LogisticRegression(),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"rf": RandomForestClassifier(),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"gb": GradientBoostingClassifier(),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for name, model in candidates.items():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score = cross_val_score(model, x, y,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    scoring="f1", cv=5).mean()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Une boucle suffit pour un AutoML maison.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E11D48"/>
                </a:solidFill>
                <a:latin typeface="Calibri"/>
              </a:rPr>
              <a:t>SÉANCE 7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Un modele n'est pas une boite noire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Metier et conformite exigent des explications.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Pourquoi ce client est-il predit churn ?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Quelles features pesent le plus ?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L'interpretabilite cree la confiance.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SHAP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Attribue a chaque feature sa contribution a la prediction.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E11D48"/>
                </a:solidFill>
                <a:latin typeface="Calibri"/>
              </a:rPr>
              <a:t>SÉANCE 7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Global vs local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2880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4023360" cy="548640"/>
          </a:xfrm>
          <a:prstGeom prst="rect">
            <a:avLst/>
          </a:prstGeom>
          <a:solidFill>
            <a:srgbClr val="5B6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Global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Importance moyenne des features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Vue d'ensemble du modele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summary_plot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783080"/>
            <a:ext cx="4023360" cy="2880360"/>
          </a:xfrm>
          <a:prstGeom prst="rect">
            <a:avLst/>
          </a:prstGeom>
          <a:solidFill>
            <a:srgbClr val="EAF1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5486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Explication d'une prediction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Pourquoi CE client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force_plot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E11D48"/>
                </a:solidFill>
                <a:latin typeface="Calibri"/>
              </a:rPr>
              <a:t>SÉANCE 7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Expliquer avec SHAP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src/churn/train.py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import shap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explainer = shap.Explainer(model, x_train)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shap_values = explainer(x_test)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shap.summary_plot(shap_values, x_test)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# contribution de chaque feature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Le summary_plot classe les features par impact.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E11D48"/>
                </a:solidFill>
                <a:latin typeface="Calibri"/>
              </a:rPr>
              <a:t>TRAVAUX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TP - modele et explications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Comparer 3 familles de modeles en CV.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Selectionner le meilleur selon le f1.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Calculer les valeurs SHAP sur le test.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Logger le summary_plot dans MLflow.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Fichier de depart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src/churn/train.py - suivez les marqueurs TODO (S7-n).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E11D48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AutoML &amp; SHAP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L'AutoML compare plusieurs modeles automatiquement.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Le meilleur se choisit sur une metrique validee.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SHAP explique les predictions globalement et localement.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L'interpretabilite est une exigence metier, pas un bonus.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