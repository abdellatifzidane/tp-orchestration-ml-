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SÉANCE 16 · 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Orchestration : les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Penser le pipeline avant de le 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5 · Orchestration &amp; CI/CD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SÉANCE 16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Pourquoi cron ne suffit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Cron lance, mais ne surveille rien.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Pas de gestion des dependances entre taches.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Pas de reprise sur echec ni de logs centralises.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pipeline ML est plus qu'un horaire.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Orchestrer, pas planifier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 orchestrateur gere dependances, reprises, alertes et historique.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SÉANCE 16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Un pipeline de re-entrainement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Extraire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charger les donnees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construire les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Entrainer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ajuster le modele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Valider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tester avant promotion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SÉANCE 16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vocabulaire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DAG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graphe de taches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une unite de travail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une execution datee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SÉANCE 16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DAG : graphe oriente acyclique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Oriente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Sens des dependances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A avant B avant C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Pas d'ambiguite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Acyclique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Aucune boucle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Fin garantie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Ordonnancement possible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SÉANCE 16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Proprietes attendues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Idempotence : rejouer donne le meme resultat.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Reprise : relancer seulement ce qui a echoue.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Observabilite : logs et statuts centralises.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Planification : reguliere ou sur evenement.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Idempotence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Une tache rejouee ne doit pas dupliquer ni corrompre les donnees.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SÉANCE 16 ·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Les outils du marche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Airflow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standard, riche,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Prefect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moderne, pythonique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Kubeflow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ML sur Kubernetes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GH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CI/CD et jobs simples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concevoir 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Lister les etapes du re-entrainement churn.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Dessiner le DAG et ses dependances.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Identifier les points d'echec possibles.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Definir la frequence de declenchement.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Penser le pipeline avant de le coder en Airflow (S17).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Orchestration : les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Cron planifie, un orchestrateur gere tout le pipeline.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 DAG est un graphe oriente acyclique de taches.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Idempotence et reprise sont essentielles.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Airflow sera notre orchestrateur (S17).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