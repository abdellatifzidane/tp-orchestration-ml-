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2088FF"/>
                </a:solidFill>
                <a:latin typeface="Calibri"/>
              </a:rPr>
              <a:t>SÉANCE 18 · 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GitHub Actions :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Valider chaque push automatiquement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20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5 · Orchestration &amp; CI/CD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2088FF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088FF"/>
                </a:solidFill>
                <a:latin typeface="Calibri"/>
              </a:rPr>
              <a:t>SÉANCE 18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Pourquoi l'integration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Tester a la main est oublie tot ou tard.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Chaque push doit etre valide automatiquement.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main casse bloque toute l'equipe.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 CI garde le depot toujours vert.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Automatiser la confiance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Lint, types et tests a chaque push : plus de regression silencieuse.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088FF"/>
                </a:solidFill>
                <a:latin typeface="Calibri"/>
              </a:rPr>
              <a:t>SÉANCE 18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cycle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ou pull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se declenche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lint, types,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088FF"/>
                </a:solidFill>
                <a:latin typeface="Calibri"/>
              </a:rPr>
              <a:t>SÉANCE 18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Un workflow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.github/workflows/ci.yml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name: CI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on: [push, pull_request]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jobs: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test: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runs-on: ubuntu-latest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steps: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- uses: actions/checkout@v4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- uses: actions/setup-python@v5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- run: pip install -e ".[dev]"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- run: ruff check src &amp;&amp; mypy src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- run: PYTHONPATH=src pytest -q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Chaque step echoue rouge et bloque la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088FF"/>
                </a:solidFill>
                <a:latin typeface="Calibri"/>
              </a:rPr>
              <a:t>SÉANCE 18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Anatomie d'un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le fichier 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push, PR,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tourne sur un runner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une commande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088FF"/>
                </a:solidFill>
                <a:latin typeface="Calibri"/>
              </a:rPr>
              <a:t>SÉANCE 18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Bonnes pratiques 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Cacher les dependances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Echec rapide (fail fast)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Branche protegee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 eviter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Tests lents et flaky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Secrets en clair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Ignorer les rouges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088FF"/>
                </a:solidFill>
                <a:latin typeface="Calibri"/>
              </a:rPr>
              <a:t>SÉANCE 18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Proteger la branche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Exiger la CI verte avant merge.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Bloquer le push direct sur main.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Une PR par changement.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Revue obligatoire si besoin.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Branche protegee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La regle qui empeche reellement de casser 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2088FF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mettre en place la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Creer .github/workflows/ci.yml.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ruff, mypy et pytest.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Declencher sur push et pull_request.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Verifier le badge vert sur une PR.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.github/workflows/ci.yml - suivez les marqueurs TODO (S18-n).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20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2088FF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GitHub Actions :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La CI valide chaque push automatiquement.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Workflow = events + jobs + steps.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Lint, types et tests gardent le depot vert.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La branche protegee empeche de casser main.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