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2496ED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MODULE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Conteneuriser pour des environnements reproductibles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1F3B6E"/>
          </a:solidFill>
          <a:ln w="12700">
            <a:solidFill>
              <a:srgbClr val="2496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Conteneurisation &amp; qualité · 1 h 30</a:t>
            </a:r>
            <a:endParaRPr lang="en-US" sz="1250" dirty="0"/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/>
            <a:r>
              <a:rPr sz="1300" b="1">
                <a:solidFill>
                  <a:srgbClr val="2496ED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MODULE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Ça marche sur ma machine »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de Python et de libs qui divergent.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Dépendances système absentes en production.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long et fragile à reproduire.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d'un collègue = des heures de setup.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conteneur fige tout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dépendances + environnement dans une image unique, identique du portable au cloud.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MODULE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virtuelle vs conteneur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Émule un OS complet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Lourde (Go), démarrage lent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hyperviseur par-dessous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le noyau de l'hôte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(Mo), démarre en secondes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au niveau processus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MODULE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concepts clés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recette de construction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gâteau figé, versionné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part en cours d'exécution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L'entrepôt d'images (Hub, ECR)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MODULE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Anatomie d'un Dockerfile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8138160" cy="288036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42416" y="19659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1892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docker/Dockerfile.train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7589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PYTHONUNBUFFERED=1 PYTHONPATH=/app/src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pyproject.toml ./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.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src/ ./src/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scripts/ ./scripts/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python scripts/generate_data.py</a:t>
            </a:r>
            <a:endParaRPr lang="en-US" sz="12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"-m", "churn.train"]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MODULE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cache de layers : la clé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instruction crée un layer mis en cache.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layer change → lui et les suivants sont rejoués.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copie d'abord pyproject.toml, puis le code.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l'install des deps reste en cache.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= vitesse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plus stable (deps) au plus volatil (code source). Un bon ordre = builds quasi instantanés.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MODULE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Commandes essentielles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81381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build -t img 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Construire une image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--rm img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Lancer un conteneur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run -v $PWD/models:/app/models img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Monter un 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ps / docker images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Lister conteneurs / images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exec -it id bash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Entrer dans un conteneur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8 · MODULE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Bonnes pratiques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-slim (taille et surface réduites).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.dockerignore pour exclure .git, .venv…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Épingler les versions de base.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pour alléger l'image finale.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Léger &amp; reproductible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bonne image est petite, déterministe et ne contient que le nécessaire à l'exécution.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PRATIQUES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62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 - objectifs de la séance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docker/Dockerfile.train.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l'image churn-train.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l'entraînement dans un conteneur.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 modèle via un volume.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l'effet du cache de layers.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38100" dir="8100000">
              <a:srgbClr val="9AA7BD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de départ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docker/Dockerfile.train - suivez les marqueurs TODO (S8-1 à S8-5).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2496ED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conteneur fige code + deps + environnement.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léger et rapide qu'une VM.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→ image → conteneur → registry.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des instructions pilote la vitesse de build.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8 — Docker</dc:title>
  <dc:subject>PptxGenJS Presentation</dc:subject>
  <dc:creator>ESGI - Orchestration ML</dc:creator>
  <cp:lastModifiedBy>ESGI - Orchestration ML</cp:lastModifiedBy>
  <cp:revision>1</cp:revision>
  <dcterms:created xsi:type="dcterms:W3CDTF">2026-06-03T21:40:03Z</dcterms:created>
  <dcterms:modified xsi:type="dcterms:W3CDTF">2026-06-03T21:40:03Z</dcterms:modified>
</cp:coreProperties>
</file>