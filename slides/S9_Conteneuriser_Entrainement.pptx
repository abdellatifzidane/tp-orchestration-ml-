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2496ED"/>
                </a:solidFill>
                <a:latin typeface="Calibri"/>
              </a:rPr>
              <a:t>SÉANCE 9 ·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Conteneuriser l'entrainement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Un entrainement portable et reproductible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249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3 · Conteneurisation &amp; qualite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2496ED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9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Pourquoi conteneuriser l'entrainement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L'entrainement doit tourner ailleurs que sur le poste.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CI, serveur ou cloud : meme environnement requis.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conteneur fige OS, Python et dependances.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run devient portable et reproductible.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Build once, run anywhere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Une image figee donne le meme entrainement partout.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9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Du code a l'image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decrit l'environnement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cree l'image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execute l'entrainement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9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Dockerfile.train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docker/Dockerfile.train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python:3.11-slim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WORKDIR /app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COPY pyproject.toml ./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RUN pip install -e ".[dev]"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COPY src ./src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ENV PYTHONPATH=src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CMD ["python", "-m", "churn.train"]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On copie d'abord les dependances pour profiter du cache.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9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Ordre des couches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 eviter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COPY . en premier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Reinstalle tout a chaque edit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Build 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Bon reflexe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Dependances avant le code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Cache reutilise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Build rapide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9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Construire et lancer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build -f docker/Dockerfile.train \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-t churn-train 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docker run --rm \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-v $(pwd)/models:/app/models \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churn-train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Le volume recupere model.joblib hors du conteneur.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SÉANCE 9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Bonnes pratiques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Image slim pour reduire la taille.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.dockerignore exclut data et .venv.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Pas de secret en dur dans l'image.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Tag explicite plutot que latest.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.dockerignore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Moins de contexte au build = images plus legeres et builds plus rapides.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496ED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conteneuriser l'entrainement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Completer le Dockerfile.train.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Construire l'image churn-train.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l'entrainement en conteneur.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Recuperer model.joblib via un volume.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docker/Dockerfile.train - suivez les marqueurs TODO (S9-n).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2496ED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Conteneuriser l'entrainement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Conteneuriser fige l'environnement d'entrainement.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L'ordre des couches conditionne le cache.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volume recupere les artefacts produits.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.dockerignore allege le contexte de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