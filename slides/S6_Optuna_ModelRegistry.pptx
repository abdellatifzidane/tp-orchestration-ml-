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Calibri"/>
              </a:rPr>
              <a:t>SÉANCE 6 · 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Optuna &amp; Model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Optimiser puis versionner le meilleur modele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2 · Entrainement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SÉANCE 6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Regler les hyperparametres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valeurs par defaut sont rarement optimales.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 recherche manuelle est lente et biaisee.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 grid search explose en combinaisons.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veut chercher intelligemment.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Optimisation bayesienne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Optuna apprend des essais passes pour cibler les zones prometteuses.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SÉANCE 6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Une etude Optuna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Definir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un espace de recherche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Objectif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fonction qui renvoie un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Optimiser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study.optimize sur n essais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SÉANCE 6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Optimiser avec Optuna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src/churn/train.py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import optuna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objective(trial):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c = trial.suggest_float("C", 1e-3, 10, log=True)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model = make_model(c)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return cross_val_score(model, x, y,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  scoring="f1", cv=5).mean()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study = optuna.create_study(direction="maximize")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study.optimize(objective, n_trials=30)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Chaque trial propose des params et renvoie un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SÉANCE 6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Du run au modele versionne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 meilleur run produit un modele candidat.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l'enregistre dans le Model Registry.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Chaque enregistrement cree une version.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L'historique devient tracable.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Registry MLflow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Une source unique de verite pour les versions de modele.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SÉANCE 6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cycle de vie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version enregistree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Staging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candidat en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servi par l'API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SÉANCE 6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Enregistrer la meilleure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src/churn/train.py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import mlflow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with mlflow.start_run():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mlflow.log_params(study.best_params)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mlflow.sklearn.log_model(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  best_model, name="model",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  registered_model_name="churn")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registered_model_name cree ou incremente la 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optimiser et enregistrer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Definir l'espace de recherche du modele.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une etude Optuna de 30 essais.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Logger les meilleurs params dans MLflow.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Enregistrer le modele dans le Registry.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src/churn/train.py - suivez les marqueurs TODO (S6-n).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Optuna &amp; Model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Optuna cherche les hyperparametres par optimisation bayesienne.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L'objectif renvoie un score valide en croise.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 Registry versionne les modeles candidats.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Les stages None/Staging/Production cadrent la promotion.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